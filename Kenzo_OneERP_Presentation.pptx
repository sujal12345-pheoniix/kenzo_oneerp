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NEXT-GENERATION ENTERPRISE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058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400" b="1">
                <a:solidFill>
                  <a:srgbClr val="FFFFFF"/>
                </a:solidFill>
                <a:latin typeface="Segoe UI"/>
              </a:defRPr>
            </a:pPr>
            <a:r>
              <a:t>Kenzo OneERP</a:t>
            </a:r>
          </a:p>
          <a:p>
            <a:pPr>
              <a:defRPr sz="2200" b="0">
                <a:solidFill>
                  <a:srgbClr val="6366F1"/>
                </a:solidFill>
                <a:latin typeface="Segoe UI"/>
              </a:defRPr>
            </a:pPr>
            <a:r>
              <a:t>Advanced Employee Portals &amp; Smart Attendance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3891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>
                <a:solidFill>
                  <a:srgbClr val="94A3B8"/>
                </a:solidFill>
                <a:latin typeface="Segoe UI"/>
              </a:defRPr>
            </a:pPr>
            <a:r>
              <a:t>An optimized enterprise resource system upgrading operational transparency. The new module introduces detailed interactive profiles for administrators to track progress, paired with a cryptographically enforced role-based check-in calendar limiting employee attendance to the present day.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KENZO ONEERP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Current Challenges &amp; Issues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3891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284C7"/>
                </a:solidFill>
                <a:latin typeface="Segoe UI"/>
              </a:defRPr>
            </a:pPr>
            <a:r>
              <a:t>The Administrative Gap</a:t>
            </a:r>
          </a:p>
          <a:p>
            <a:br/>
            <a:pPr>
              <a:defRPr sz="1400">
                <a:solidFill>
                  <a:srgbClr val="64748B"/>
                </a:solidFill>
                <a:latin typeface="Segoe UI"/>
              </a:defRPr>
            </a:pPr>
            <a:r>
              <a:t>Modern enterprises require high levels of auditability. Managing hybrid teams without central task summaries, leaves track-sheets, and verified timestamps results in operational disconnect.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4805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172A"/>
                </a:solidFill>
                <a:latin typeface="Segoe UI"/>
              </a:defRPr>
            </a:pPr>
            <a:r>
              <a:t>Key Operational Leaks</a:t>
            </a:r>
          </a:p>
          <a:p>
            <a:br/>
            <a:pPr>
              <a:defRPr sz="1300" b="1">
                <a:solidFill>
                  <a:srgbClr val="6366F1"/>
                </a:solidFill>
                <a:latin typeface="Segoe UI"/>
              </a:defRPr>
            </a:pPr>
            <a:r>
              <a:t>• Siloed Employee Data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Management has to jump across departments, payrolls, and task boards to inspect a single team member's active output.</a:t>
            </a:r>
          </a:p>
          <a:p>
            <a:br/>
            <a:pPr>
              <a:defRPr sz="1300" b="1">
                <a:solidFill>
                  <a:srgbClr val="6366F1"/>
                </a:solidFill>
                <a:latin typeface="Segoe UI"/>
              </a:defRPr>
            </a:pPr>
            <a:r>
              <a:t>• Attendance Back-dating &amp; Manipulation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Traditional timesheets allow users to check in retrospectively for past dates or prepopulate future days, leading to attendance leaks.</a:t>
            </a:r>
          </a:p>
          <a:p>
            <a:br/>
            <a:pPr>
              <a:defRPr sz="1300" b="1">
                <a:solidFill>
                  <a:srgbClr val="6366F1"/>
                </a:solidFill>
                <a:latin typeface="Segoe UI"/>
              </a:defRPr>
            </a:pPr>
            <a:r>
              <a:t>• Admin Overheads &amp; CEO Noise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Administrators spend hours aggregating metrics, while executives (CEOs/Admins) are cluttered with daily check-in tasks they do not need.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KENZO ONEERP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Strategic Rationale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383280" cy="9144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834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284C7"/>
                </a:solidFill>
                <a:latin typeface="Segoe UI"/>
              </a:defRPr>
            </a:pPr>
            <a:r>
              <a:t>Operational Auditability</a:t>
            </a:r>
          </a:p>
          <a:p>
            <a:br/>
            <a:pPr>
              <a:defRPr sz="1300">
                <a:solidFill>
                  <a:srgbClr val="64748B"/>
                </a:solidFill>
                <a:latin typeface="Segoe UI"/>
              </a:defRPr>
            </a:pPr>
            <a:r>
              <a:t>Guarantees a clean, unmanipulated paper trail of attendance records directly associated with project delivery timelines.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645920"/>
            <a:ext cx="3383280" cy="9144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11680"/>
            <a:ext cx="2834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6366F1"/>
                </a:solidFill>
                <a:latin typeface="Segoe UI"/>
              </a:defRPr>
            </a:pPr>
            <a:r>
              <a:t>Resource Synchronization</a:t>
            </a:r>
          </a:p>
          <a:p>
            <a:br/>
            <a:pPr>
              <a:defRPr sz="1300">
                <a:solidFill>
                  <a:srgbClr val="64748B"/>
                </a:solidFill>
                <a:latin typeface="Segoe UI"/>
              </a:defRPr>
            </a:pPr>
            <a:r>
              <a:t>Links employee tasks, leaves, and payroll directly to their profiles so managers can allocate resources in real-time.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1645920"/>
            <a:ext cx="338328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63840" y="1645920"/>
            <a:ext cx="3383280" cy="91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011680"/>
            <a:ext cx="283464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0B981"/>
                </a:solidFill>
                <a:latin typeface="Segoe UI"/>
              </a:defRPr>
            </a:pPr>
            <a:r>
              <a:t>Frictionless Compliance</a:t>
            </a:r>
          </a:p>
          <a:p>
            <a:br/>
            <a:pPr>
              <a:defRPr sz="1300">
                <a:solidFill>
                  <a:srgbClr val="64748B"/>
                </a:solidFill>
                <a:latin typeface="Segoe UI"/>
              </a:defRPr>
            </a:pPr>
            <a:r>
              <a:t>Automates policies like weekend lockouts, check-in thresholds, and executive role exemptions automatically without manual oversight.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KENZO ONEERP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Core Module Upgrades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3891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284C7"/>
                </a:solidFill>
                <a:latin typeface="Segoe UI"/>
              </a:defRPr>
            </a:pPr>
            <a:r>
              <a:t>Admin Profile Control Hub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✓ Unified Profile Dashboard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A single-view card listing project details, tasks, attendance history grids, and leave records.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✓ Task Progress Tracking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Sorts and reviews pending vs completed tasks grouped by priority (Low, Medium, High, Critical).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✓ Historical Attendance Grid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Inspects a interactive 30-day grid with status legends (Present, Late, Absent, Leave).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4805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6366F1"/>
                </a:solidFill>
                <a:latin typeface="Segoe UI"/>
              </a:defRPr>
            </a:pPr>
            <a:r>
              <a:t>Strict Check-In Calendar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✓ Date-Restricted check-ins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Employees can only check in for the current calendar date. Past and future checks are completely locked.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✓ Exemption Policies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Admin and CEO accounts are automatically exempted from daily checking in, reducing clutter.</a:t>
            </a:r>
          </a:p>
          <a:p>
            <a:br/>
            <a:pPr>
              <a:defRPr sz="1300" b="1">
                <a:solidFill>
                  <a:srgbClr val="0F172A"/>
                </a:solidFill>
                <a:latin typeface="Segoe UI"/>
              </a:defRPr>
            </a:pPr>
            <a:r>
              <a:t>✓ Integrated Month Stats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Real-time calendar updates with color-coded status tiles (Green=Present, Yellow=Late, Red=Absent, Violet=Leave).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KENZO ONEERP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Technology Stack &amp;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2834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284C7"/>
                </a:solidFill>
                <a:latin typeface="Segoe UI"/>
              </a:defRPr>
            </a:pPr>
            <a:r>
              <a:t>FRONTEND / ROUTING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Next.js App Router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React-based web framework optimizing client rendering and server actions.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45920"/>
            <a:ext cx="3383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834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284C7"/>
                </a:solidFill>
                <a:latin typeface="Segoe UI"/>
              </a:defRPr>
            </a:pPr>
            <a:r>
              <a:t>DATA LAYER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Prisma ORM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Type-safe database client mapping PostgreSQL data relations seamlessly.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0" y="1645920"/>
            <a:ext cx="3383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2834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284C7"/>
                </a:solidFill>
                <a:latin typeface="Segoe UI"/>
              </a:defRPr>
            </a:pPr>
            <a:r>
              <a:t>DATABASE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PostgreSQL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Robust SQL database enforcing tenant isolation and referential integrity.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3383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2834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284C7"/>
                </a:solidFill>
                <a:latin typeface="Segoe UI"/>
              </a:defRPr>
            </a:pPr>
            <a:r>
              <a:t>VISUALS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Lucide Icons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Vector library providing clean, uniform indicators for active modules.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931920"/>
            <a:ext cx="3383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114800"/>
            <a:ext cx="2834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284C7"/>
                </a:solidFill>
                <a:latin typeface="Segoe UI"/>
              </a:defRPr>
            </a:pPr>
            <a:r>
              <a:t>SECURITY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Bcrypt.js / JWT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Cryptographic token verification ensuring roles and session safety.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3931920"/>
            <a:ext cx="338328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4114800"/>
            <a:ext cx="283464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1">
                <a:solidFill>
                  <a:srgbClr val="0284C7"/>
                </a:solidFill>
                <a:latin typeface="Segoe UI"/>
              </a:defRPr>
            </a:pPr>
            <a:r>
              <a:t>DESIGN SYSTEM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TailwindCSS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Utility styling framework facilitating standard brand themes and responsiveness.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KENZO ONEERP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System Flow &amp; Verification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2377440" cy="27432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68880"/>
            <a:ext cx="20116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1. Request Session</a:t>
            </a:r>
          </a:p>
          <a:p>
            <a:br/>
            <a:pPr>
              <a:defRPr sz="1200">
                <a:solidFill>
                  <a:srgbClr val="F1F5F9"/>
                </a:solidFill>
                <a:latin typeface="Segoe UI"/>
              </a:defRPr>
            </a:pPr>
            <a:r>
              <a:t>Validates JWT &amp; reads user role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54680" y="3383280"/>
            <a:ext cx="182880" cy="36576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2286000"/>
            <a:ext cx="2377440" cy="274320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2468880"/>
            <a:ext cx="20116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2. Role Verification</a:t>
            </a:r>
          </a:p>
          <a:p>
            <a:br/>
            <a:pPr>
              <a:defRPr sz="1200">
                <a:solidFill>
                  <a:srgbClr val="F1F5F9"/>
                </a:solidFill>
                <a:latin typeface="Segoe UI"/>
              </a:defRPr>
            </a:pPr>
            <a:r>
              <a:t>Is user Admin/CEO?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806440" y="3383280"/>
            <a:ext cx="182880" cy="36576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35040" y="2286000"/>
            <a:ext cx="2377440" cy="2743200"/>
          </a:xfrm>
          <a:prstGeom prst="round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2468880"/>
            <a:ext cx="20116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3. Date Boundary</a:t>
            </a:r>
          </a:p>
          <a:p>
            <a:br/>
            <a:pPr>
              <a:defRPr sz="1200">
                <a:solidFill>
                  <a:srgbClr val="F1F5F9"/>
                </a:solidFill>
                <a:latin typeface="Segoe UI"/>
              </a:defRPr>
            </a:pPr>
            <a:r>
              <a:t>Compare checkIn date with Today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458200" y="3383280"/>
            <a:ext cx="182880" cy="36576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86800" y="2286000"/>
            <a:ext cx="2377440" cy="274320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0" y="2468880"/>
            <a:ext cx="20116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4. Database Lock</a:t>
            </a:r>
          </a:p>
          <a:p>
            <a:br/>
            <a:pPr>
              <a:defRPr sz="1200">
                <a:solidFill>
                  <a:srgbClr val="F1F5F9"/>
                </a:solidFill>
                <a:latin typeface="Segoe UI"/>
              </a:defRPr>
            </a:pPr>
            <a:r>
              <a:t>Create unique Attendance entry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486400"/>
            <a:ext cx="10728655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623560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E2E8F0"/>
                </a:solidFill>
                <a:latin typeface="Segoe UI"/>
              </a:defRPr>
            </a:pPr>
            <a:r>
              <a:t>Strict Constraint: Next.js API route /api/attendance rejects check-in timestamps not matching the server's current date (UTC normalized to local time zone) with HTTP status 400.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KENZO ONEERP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Operational Advantages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91440" cy="20116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4389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Anti-Tamper Design</a:t>
            </a:r>
          </a:p>
          <a:p>
            <a:br/>
            <a:pPr>
              <a:defRPr sz="1300">
                <a:solidFill>
                  <a:srgbClr val="64748B"/>
                </a:solidFill>
                <a:latin typeface="Segoe UI"/>
              </a:defRPr>
            </a:pPr>
            <a:r>
              <a:t>Secures operations by removing backdated timesheets and pre-filled sheets.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51206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645920"/>
            <a:ext cx="91440" cy="201168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920240"/>
            <a:ext cx="4389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Executive Clarity</a:t>
            </a:r>
          </a:p>
          <a:p>
            <a:br/>
            <a:pPr>
              <a:defRPr sz="1300">
                <a:solidFill>
                  <a:srgbClr val="64748B"/>
                </a:solidFill>
                <a:latin typeface="Segoe UI"/>
              </a:defRPr>
            </a:pPr>
            <a:r>
              <a:t>Eliminates visual noise for Admins/CEOs by excluding them from daily check-in workflows.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1206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931920"/>
            <a:ext cx="91440" cy="20116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206240"/>
            <a:ext cx="4389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Real-Time Analytics</a:t>
            </a:r>
          </a:p>
          <a:p>
            <a:br/>
            <a:pPr>
              <a:defRPr sz="1300">
                <a:solidFill>
                  <a:srgbClr val="64748B"/>
                </a:solidFill>
                <a:latin typeface="Segoe UI"/>
              </a:defRPr>
            </a:pPr>
            <a:r>
              <a:t>Syncs attendance logs with ongoing tasks for accurate operational productivity charts.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931920"/>
            <a:ext cx="5120640" cy="20116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3931920"/>
            <a:ext cx="91440" cy="20116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206240"/>
            <a:ext cx="4389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172A"/>
                </a:solidFill>
                <a:latin typeface="Segoe UI"/>
              </a:defRPr>
            </a:pPr>
            <a:r>
              <a:t>Scalable Structure</a:t>
            </a:r>
          </a:p>
          <a:p>
            <a:br/>
            <a:pPr>
              <a:defRPr sz="1300">
                <a:solidFill>
                  <a:srgbClr val="64748B"/>
                </a:solidFill>
                <a:latin typeface="Segoe UI"/>
              </a:defRPr>
            </a:pPr>
            <a:r>
              <a:t>Prisma schema ensures smooth data relations, handling future custom modules.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KENZO ONEERP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Visual Interface Demos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1072865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3891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284C7"/>
                </a:solidFill>
                <a:latin typeface="Segoe UI"/>
              </a:defRPr>
            </a:pPr>
            <a:r>
              <a:t>1. Admin Profile Portal</a:t>
            </a:r>
          </a:p>
          <a:p>
            <a:br/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• Interactive Avatars: Clickable member bubbles (e.g., SK, AS, CS) in Organization view.</a:t>
            </a:r>
          </a:p>
          <a:p>
            <a:br/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• Integrated Metrics: Displays active project list, priority-sorted tasks, and leave logs.</a:t>
            </a:r>
          </a:p>
          <a:p>
            <a:br/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• Grid Timeline: A colorful visual grid mapping the last 30 days of attendance entries.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4805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6366F1"/>
                </a:solidFill>
                <a:latin typeface="Segoe UI"/>
              </a:defRPr>
            </a:pPr>
            <a:r>
              <a:t>2. Smart Attendance Calendar</a:t>
            </a:r>
          </a:p>
          <a:p>
            <a:br/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• Single-Day Access: Present day cell highlights in active blue, prompting check-in.</a:t>
            </a:r>
          </a:p>
          <a:p>
            <a:br/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• Calendar Lockout: Yesterday's cells and future dates are grayed-out and disabled.</a:t>
            </a:r>
          </a:p>
          <a:p>
            <a:br/>
            <a:pPr>
              <a:defRPr sz="1200">
                <a:solidFill>
                  <a:srgbClr val="64748B"/>
                </a:solidFill>
                <a:latin typeface="Segoe UI"/>
              </a:defRPr>
            </a:pPr>
            <a:r>
              <a:t>• Real-time Indicators: Color keys update immediately upon action (Green for Present, Yellow for Late).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Segoe UI"/>
              </a:defRPr>
            </a:pPr>
            <a:r>
              <a:t>Thank You!</a:t>
            </a:r>
          </a:p>
          <a:p>
            <a:pPr algn="ctr">
              <a:defRPr sz="2400" b="1">
                <a:solidFill>
                  <a:srgbClr val="0284C7"/>
                </a:solidFill>
                <a:latin typeface="Segoe UI"/>
              </a:defRPr>
            </a:pPr>
            <a:r>
              <a:t>Q&amp;A and Feedback Session</a:t>
            </a:r>
          </a:p>
          <a:p>
            <a:br/>
            <a:br/>
            <a:pPr algn="ctr">
              <a:defRPr sz="1600">
                <a:solidFill>
                  <a:srgbClr val="94A3B8"/>
                </a:solidFill>
                <a:latin typeface="Segoe UI"/>
              </a:defRPr>
            </a:pPr>
            <a:r>
              <a:t>We welcome your feedback on the new Kenzo OneERP features.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